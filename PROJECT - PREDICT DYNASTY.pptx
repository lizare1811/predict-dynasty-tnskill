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4AC0D-A1C4-4838-8F48-8937DBCF51ED}" v="1" dt="2025-11-27T04:34:59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are Sherine M" userId="c18db96df7352486" providerId="LiveId" clId="{3306F0CA-5BDE-4716-8D7C-353B2E46406C}"/>
    <pc:docChg chg="custSel modSld">
      <pc:chgData name="Lizare Sherine M" userId="c18db96df7352486" providerId="LiveId" clId="{3306F0CA-5BDE-4716-8D7C-353B2E46406C}" dt="2025-11-27T04:35:07.617" v="40" actId="14100"/>
      <pc:docMkLst>
        <pc:docMk/>
      </pc:docMkLst>
      <pc:sldChg chg="modSp mod">
        <pc:chgData name="Lizare Sherine M" userId="c18db96df7352486" providerId="LiveId" clId="{3306F0CA-5BDE-4716-8D7C-353B2E46406C}" dt="2025-11-27T04:35:07.617" v="40" actId="14100"/>
        <pc:sldMkLst>
          <pc:docMk/>
          <pc:sldMk cId="4149933142" sldId="259"/>
        </pc:sldMkLst>
        <pc:spChg chg="mod">
          <ac:chgData name="Lizare Sherine M" userId="c18db96df7352486" providerId="LiveId" clId="{3306F0CA-5BDE-4716-8D7C-353B2E46406C}" dt="2025-11-27T04:35:07.617" v="40" actId="14100"/>
          <ac:spMkLst>
            <pc:docMk/>
            <pc:sldMk cId="4149933142" sldId="259"/>
            <ac:spMk id="3" creationId="{B8960504-142B-A1FB-65A5-8204ABA15710}"/>
          </ac:spMkLst>
        </pc:spChg>
      </pc:sldChg>
      <pc:sldChg chg="modSp mod">
        <pc:chgData name="Lizare Sherine M" userId="c18db96df7352486" providerId="LiveId" clId="{3306F0CA-5BDE-4716-8D7C-353B2E46406C}" dt="2025-11-26T16:09:45.977" v="5" actId="20577"/>
        <pc:sldMkLst>
          <pc:docMk/>
          <pc:sldMk cId="2381492801" sldId="263"/>
        </pc:sldMkLst>
        <pc:spChg chg="mod">
          <ac:chgData name="Lizare Sherine M" userId="c18db96df7352486" providerId="LiveId" clId="{3306F0CA-5BDE-4716-8D7C-353B2E46406C}" dt="2025-11-26T16:09:45.977" v="5" actId="20577"/>
          <ac:spMkLst>
            <pc:docMk/>
            <pc:sldMk cId="2381492801" sldId="263"/>
            <ac:spMk id="3" creationId="{0C6490D8-C2DA-1442-9054-BE8B1E36AC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6E773-6CEC-4E4F-8906-5E618F7BA183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FB9F2-4749-43B6-879B-90A33EB95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20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FB9F2-4749-43B6-879B-90A33EB95F7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802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365E-7906-4AA5-AC8F-CE0EBF79F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B3A98-988F-1818-101E-DFB91C229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3C92F-DD12-7BDE-1872-E429880A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0EC2D-4235-4470-716B-A5AE9D4F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593EA-549A-E230-9D9D-196C98CA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7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72B7-E81A-04BB-B2B1-366BE0C6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6D5D8-465E-C17A-6485-9C81731F9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5A5C-EDEF-EF88-6E52-6F13F22F3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2605B-FC6A-53B1-4D89-3DE62DE3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1F599-E6C9-36C9-A449-F74D6584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87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6B7B-02AB-3BB1-BB78-31945253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BCEA4-5560-B47B-D35F-0E6CD7B5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A7D19-A3F9-1E47-C160-FD2008E0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4E9F1-255F-02E7-08F0-743CBD565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D9CC-7FF9-6777-D058-E839A938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42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90AA-0DE1-6A94-B594-03C72F57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D115-7D41-CAE8-62D9-D637A04AC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546D-2A2B-8BB6-9A41-F2F447554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981A8-5595-E6F6-E91F-6E3AE47E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A9698-932B-5D36-8C26-133E425E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76A79-859F-5F1C-408F-65D64C57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9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AEC8-9CBD-742C-408C-51C1A6FD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838B7-9E7A-17E3-51A7-B337C4CF6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3B39F-EB81-664A-050C-D8271B2C3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C28E8-6AF6-EBDF-70F3-F8F22C871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7B7FB-1E4E-A2FF-98EA-958324A69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3AE5F-BA69-7D3E-1749-32D6F147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D1118-61F1-1A63-BCBC-588EE806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C8603-0966-1BDE-C2CF-91552663F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59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90DB-C773-2AAE-5D31-03CC0D47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440B3-5BB9-5229-5241-101FDD89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2997E-F8E2-3B5B-532D-B7A8389D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E568B-1146-71BA-D8E9-0EEF9BBD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9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A3316-1C41-10E5-F13D-8F3792AD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EE7AA-12C6-00E6-BD12-20A154D9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62CC8-68BF-4B5A-6821-B6AC4D70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526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5042-90A2-51AD-B2E0-05043EA2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3611-849A-0BAA-24B9-B474E71B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9724C-86ED-3CA5-1142-6B3D5A576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1997C-0B4B-4899-33EC-FECA7E90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B30FE-CA16-99B2-F2CF-0D8DD121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B6BE5-D7FC-DBD6-7A93-54023660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3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4B2D-03E6-644A-4209-480A5E7D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05A00-E571-1490-3F3A-CA1A0DC30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5909A-61BF-A8F1-171C-5E97DA40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0B7EE-0E93-59D7-A84B-EA02A12E3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45A7F-D978-40CC-5E17-FFF5A6BE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0CF19-D45F-515E-4E47-D6893DA4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39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7FE0-B43A-9BB1-3BAE-8774AAE1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6AE0D-7363-DA8F-3B84-83B5928E9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55A6-8D2C-F067-2DC3-5635FCB9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38B53-FFDF-0350-2B65-A9EDD8A4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05EA9-8DA5-84A5-32AA-7943E409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42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CD3D8-294F-C21D-76E0-4D80F55FA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2E7BB-E697-A5CC-BA8C-F231BF7B2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35689-EDA1-EFCE-D160-49A3A836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90BC8-189D-BDEE-D7D9-919EA69D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55191-B7EB-C0E1-F78F-6B00A8FB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43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67EE6-7CE6-D4E9-0373-AAAF2A3E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16B24-FD34-D13A-E621-2423F53A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E9873-33A8-2084-4D46-213EA173C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1331A-9E3E-4F0E-8176-DD1F67F128B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C1241-02F1-C4C5-96C9-E9D22B605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9F9C8-4060-C465-F99B-358DDEF34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A881B-5F45-4435-AE10-1F8BD03BD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9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UDHv0R4HbfyUpJk0P9ZnE3DT6hLl276A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3129-B41F-F472-F875-59BE2B278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6" y="566057"/>
            <a:ext cx="10101943" cy="2373086"/>
          </a:xfrm>
        </p:spPr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TITLE</a:t>
            </a:r>
            <a:r>
              <a:rPr lang="en-US" b="1" i="1" dirty="0"/>
              <a:t>-PREDICT THE DYNASTY OF HISTORICAL MONUMENTS</a:t>
            </a:r>
            <a:endParaRPr lang="en-IN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DE723-D65E-74B0-7C5C-A68BA10BE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171" y="3700010"/>
            <a:ext cx="9144000" cy="1655762"/>
          </a:xfrm>
        </p:spPr>
        <p:txBody>
          <a:bodyPr>
            <a:normAutofit/>
          </a:bodyPr>
          <a:lstStyle/>
          <a:p>
            <a:r>
              <a:rPr lang="en-US" b="1" i="1" dirty="0"/>
              <a:t>Name: LIZARE SHERINE M</a:t>
            </a:r>
          </a:p>
          <a:p>
            <a:r>
              <a:rPr lang="en-US" b="1" i="1" dirty="0"/>
              <a:t>Course: AI PROGRAMMER</a:t>
            </a:r>
          </a:p>
          <a:p>
            <a:r>
              <a:rPr lang="en-US" b="1" i="1" dirty="0"/>
              <a:t>Faculty: MISS JANANI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1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E51E-FB07-F6DC-01CB-F742E74F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348343"/>
            <a:ext cx="7805057" cy="859971"/>
          </a:xfrm>
        </p:spPr>
        <p:txBody>
          <a:bodyPr/>
          <a:lstStyle/>
          <a:p>
            <a:r>
              <a:rPr lang="en-US" b="1" i="1" dirty="0"/>
              <a:t>INTRODUCTION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C7A9B-26F6-8EB3-C00E-0B1F55112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08314"/>
            <a:ext cx="11800113" cy="56496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Historical monuments represent </a:t>
            </a:r>
            <a:r>
              <a:rPr lang="en-US" b="1" dirty="0"/>
              <a:t>India’s rich cultural and architectural heritage</a:t>
            </a:r>
            <a:r>
              <a:rPr lang="en-US" dirty="0"/>
              <a:t>. Each monument is linked to a specific dynasty that reveals its origin and history. </a:t>
            </a:r>
            <a:r>
              <a:rPr lang="en-US" b="1" dirty="0"/>
              <a:t>Manually identifying the dynasty is time-consuming and requires expert knowledge.</a:t>
            </a:r>
          </a:p>
          <a:p>
            <a:r>
              <a:rPr lang="en-IN" b="1" dirty="0">
                <a:solidFill>
                  <a:srgbClr val="C00000"/>
                </a:solidFill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develop a machine learning model that predicts the </a:t>
            </a:r>
            <a:r>
              <a:rPr lang="en-US" b="1" dirty="0"/>
              <a:t>dynasty of a historical monument</a:t>
            </a:r>
            <a:r>
              <a:rPr lang="en-US" dirty="0"/>
              <a:t> based on features such as: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Monument type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Year built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Patron ruler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State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Religion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Architectural style</a:t>
            </a:r>
          </a:p>
          <a:p>
            <a:r>
              <a:rPr lang="en-US" dirty="0"/>
              <a:t>The </a:t>
            </a:r>
            <a:r>
              <a:rPr lang="en-US" b="1" dirty="0"/>
              <a:t>aim is to automate dynasty classification accurately and efficiently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32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A6ED-5FC8-73CF-A578-EDAB45D8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86" y="288925"/>
            <a:ext cx="7957457" cy="1006475"/>
          </a:xfrm>
        </p:spPr>
        <p:txBody>
          <a:bodyPr>
            <a:normAutofit/>
          </a:bodyPr>
          <a:lstStyle/>
          <a:p>
            <a:r>
              <a:rPr lang="en-US" b="1" i="1" dirty="0"/>
              <a:t>DATASET DESCRIPTION</a:t>
            </a:r>
            <a:endParaRPr lang="en-IN" b="1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ED353F-CB18-0B7A-D03F-808D4E9B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5486400"/>
          </a:xfrm>
        </p:spPr>
        <p:txBody>
          <a:bodyPr>
            <a:normAutofit/>
          </a:bodyPr>
          <a:lstStyle/>
          <a:p>
            <a:r>
              <a:rPr lang="en-US" dirty="0"/>
              <a:t>The dataset contains </a:t>
            </a:r>
            <a:r>
              <a:rPr lang="en-US" b="1" dirty="0"/>
              <a:t>information about various historical monuments along with their associated dynasties</a:t>
            </a:r>
            <a:r>
              <a:rPr lang="en-US" dirty="0"/>
              <a:t>. It includes both categorical and numerical features.</a:t>
            </a:r>
          </a:p>
          <a:p>
            <a:r>
              <a:rPr lang="en-US" dirty="0"/>
              <a:t>The dataset contains 1000 rows</a:t>
            </a:r>
          </a:p>
          <a:p>
            <a:r>
              <a:rPr lang="en-US" b="1" dirty="0">
                <a:solidFill>
                  <a:srgbClr val="C00000"/>
                </a:solidFill>
              </a:rPr>
              <a:t>Columns in the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Monument_ID, Monument_Type, Year_Built, Dynasty, Patron_Ruler, State, City, UNESCO_Status, Purpose, Architectural_Style, Material, Religion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Dynasty as a target</a:t>
            </a:r>
          </a:p>
          <a:p>
            <a:r>
              <a:rPr lang="en-US" b="1" dirty="0">
                <a:solidFill>
                  <a:srgbClr val="C00000"/>
                </a:solidFill>
              </a:rPr>
              <a:t>Purpose of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Used </a:t>
            </a:r>
            <a:r>
              <a:rPr lang="en-US" b="1" dirty="0"/>
              <a:t>to train and test the machine learning model for accurate dynasty prediction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5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8A55-6E3D-B9F0-24C4-0BEE155E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95943"/>
            <a:ext cx="7848600" cy="805543"/>
          </a:xfrm>
        </p:spPr>
        <p:txBody>
          <a:bodyPr/>
          <a:lstStyle/>
          <a:p>
            <a:r>
              <a:rPr lang="en-US" b="1" i="1" dirty="0"/>
              <a:t>ALGORITHM USED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0504-142B-A1FB-65A5-8204ABA1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001485"/>
            <a:ext cx="11495313" cy="585651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Machine Learning Algorithm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this project, the </a:t>
            </a:r>
            <a:r>
              <a:rPr lang="en-US" b="1" dirty="0"/>
              <a:t>Random Forest Classifier</a:t>
            </a:r>
            <a:r>
              <a:rPr lang="en-US" dirty="0"/>
              <a:t> was used.</a:t>
            </a:r>
          </a:p>
          <a:p>
            <a:r>
              <a:rPr lang="en-US" b="1" dirty="0">
                <a:solidFill>
                  <a:srgbClr val="C00000"/>
                </a:solidFill>
              </a:rPr>
              <a:t>Why Random Forest?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Handles both categorical and numerical features effectively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Reduces overfitting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Provides high accuracy and stable predictions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Workflow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preprocessing (handling missing values, encoding categorical features)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Visulaization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Splitting data into training and testing sets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Training the Random Forest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Evaluating model(</a:t>
            </a:r>
            <a:r>
              <a:rPr lang="en-US" altLang="en-US" dirty="0">
                <a:latin typeface="Arial" panose="020B0604020202020204" pitchFamily="34" charset="0"/>
              </a:rPr>
              <a:t>accuracy, confusion matrix, classification report)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Predicting the dynasty of monuments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9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1E9B-C9D9-19C1-7982-9DD03AF0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14" y="163287"/>
            <a:ext cx="8316686" cy="1164770"/>
          </a:xfrm>
        </p:spPr>
        <p:txBody>
          <a:bodyPr/>
          <a:lstStyle/>
          <a:p>
            <a:r>
              <a:rPr lang="en-US" b="1" i="1" dirty="0"/>
              <a:t>ACHIEVEMENT/OUTPUT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43BF-0889-7E73-3749-EC87FAF15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501831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Predicted Dynasty of Monuments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trained Random Forest model predicted the dynasty for monument</a:t>
            </a:r>
            <a:r>
              <a:rPr lang="en-US" dirty="0"/>
              <a:t> based on its features such as type, year built, patron ruler, architectural style, and State, Religion and its Material</a:t>
            </a:r>
          </a:p>
          <a:p>
            <a:r>
              <a:rPr lang="en-US" b="1" dirty="0">
                <a:solidFill>
                  <a:srgbClr val="C00000"/>
                </a:solidFill>
              </a:rPr>
              <a:t>Model Performance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Achieved accuracy of 91% on the test dataset, demonstrating reliable prediction capability.</a:t>
            </a:r>
          </a:p>
          <a:p>
            <a:r>
              <a:rPr lang="en-US" b="1" dirty="0">
                <a:solidFill>
                  <a:srgbClr val="C00000"/>
                </a:solidFill>
              </a:rPr>
              <a:t>Practical Application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Users can input monument characteristics(encoded) to get immediate dynasty predictions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5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BF00-1F61-4B70-3712-D7AE5167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2" y="365125"/>
            <a:ext cx="8414657" cy="1325563"/>
          </a:xfrm>
        </p:spPr>
        <p:txBody>
          <a:bodyPr/>
          <a:lstStyle/>
          <a:p>
            <a:r>
              <a:rPr lang="en-US" b="1" i="1" dirty="0"/>
              <a:t>FUTURE ENHANCEMENT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90D8-C2DA-1442-9054-BE8B1E36A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Can add Web App using Stream lit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Deploy using joblib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Expand dataset for more dynasties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Visual Enhancements of monuments </a:t>
            </a:r>
          </a:p>
        </p:txBody>
      </p:sp>
    </p:spTree>
    <p:extLst>
      <p:ext uri="{BB962C8B-B14F-4D97-AF65-F5344CB8AC3E}">
        <p14:creationId xmlns:p14="http://schemas.microsoft.com/office/powerpoint/2010/main" val="238149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BD02-28E5-97F9-1832-41EC19CF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828" y="365125"/>
            <a:ext cx="7336971" cy="1325563"/>
          </a:xfrm>
        </p:spPr>
        <p:txBody>
          <a:bodyPr/>
          <a:lstStyle/>
          <a:p>
            <a:r>
              <a:rPr lang="en-US" b="1" i="1" dirty="0"/>
              <a:t>CONCLUSION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A2AA-19A5-D57E-A8DB-FC3E352C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This project predicts the dynasty of historical monuments</a:t>
            </a:r>
            <a:r>
              <a:rPr lang="en-US" dirty="0"/>
              <a:t> using data. It </a:t>
            </a:r>
            <a:r>
              <a:rPr lang="en-US" b="1" dirty="0"/>
              <a:t>helps to know the origin of monuments </a:t>
            </a:r>
            <a:r>
              <a:rPr lang="en-US" dirty="0"/>
              <a:t>quickly. The </a:t>
            </a:r>
            <a:r>
              <a:rPr lang="en-US" b="1" dirty="0"/>
              <a:t>model can be improved by adding more data and features.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PROJECT LINK</a:t>
            </a:r>
          </a:p>
          <a:p>
            <a:pPr marL="0" indent="0">
              <a:buNone/>
            </a:pPr>
            <a:r>
              <a:rPr lang="en-US" dirty="0"/>
              <a:t>View and run the project here: </a:t>
            </a:r>
            <a:r>
              <a:rPr lang="en-US" b="1" dirty="0">
                <a:hlinkClick r:id="rId2"/>
              </a:rPr>
              <a:t>https://colab.research.google.com/drive/1UDHv0R4HbfyUpJk0P9ZnE3DT6hLl276A?usp=sharing</a:t>
            </a: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9601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421</Words>
  <Application>Microsoft Office PowerPoint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TITLE-PREDICT THE DYNASTY OF HISTORICAL MONUMENTS</vt:lpstr>
      <vt:lpstr>INTRODUCTION</vt:lpstr>
      <vt:lpstr>DATASET DESCRIPTION</vt:lpstr>
      <vt:lpstr>ALGORITHM USED</vt:lpstr>
      <vt:lpstr>ACHIEVEMENT/OUTPUT</vt:lpstr>
      <vt:lpstr>FUTURE ENHANCEMENT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Lizare Sherine M</dc:creator>
  <cp:lastModifiedBy>Lizare Sherine M</cp:lastModifiedBy>
  <cp:revision>1</cp:revision>
  <dcterms:created xsi:type="dcterms:W3CDTF">2025-11-26T15:21:46Z</dcterms:created>
  <dcterms:modified xsi:type="dcterms:W3CDTF">2025-11-27T04:35:08Z</dcterms:modified>
</cp:coreProperties>
</file>